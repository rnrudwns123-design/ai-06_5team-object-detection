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75"/>
    <p:restoredTop sz="94670"/>
  </p:normalViewPr>
  <p:slideViewPr>
    <p:cSldViewPr snapToGrid="0">
      <p:cViewPr>
        <p:scale>
          <a:sx n="191" d="100"/>
          <a:sy n="191" d="100"/>
        </p:scale>
        <p:origin x="-1096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8CFCE-64DC-F516-5B17-030C4EEB4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CF7A0A-B029-AE03-B761-380155A5B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9DAAB-B688-9A4D-0BA1-420AB4A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2EAFD9-D3E0-DA9F-4C1A-2F44CEF7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F6E50-4554-1661-29DD-F112AB53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682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870D0-FE98-CC79-872F-E2D358A61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D33DF-D5FD-2EDD-43FE-359FC615E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ED1ED-657B-C440-5AA0-54EF52B1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44999-C6B5-F932-80F8-258ABE27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8CFAB-15C1-90B3-ED6F-32CBF5D5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232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75885-5F9D-1EEB-6FEE-BE30BEE6A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0F313E-046D-3B87-09B8-CCB26259E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0024E-2B1A-5058-CF35-C184F92F7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2E4507-4D0B-3761-FFC8-2F8A34F2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35D2D-4ACB-DC9B-12CC-5A9B5C52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805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CE5C9-C799-E4E8-4090-966D046B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5331EE-7EEF-A5B8-BDF0-43C1B87C6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361542-B002-1E31-E136-401D626B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EE611-A9DD-BD25-CF08-3568F9C6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EB743-3232-B558-0F7E-4620AB0A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3A54C3-5F5F-5EEA-78D4-CA88D4B67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98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022F7-DE26-448F-BB58-C4AF172C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1A8C5D-A339-416C-B23A-9ED642819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3EF9CC-31EB-67B2-B774-540A91CB7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BB74BD-153B-5CA0-F92D-C5C93A57A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27501E-D5A7-2606-4F94-C17188962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95D61F-5B63-F530-620B-815D9AAD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7F8AFF-0723-6C4B-41D8-E01E08B5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CE2695-874E-F074-DFCC-39D53ED1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479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1DE7E-2888-9388-F1F4-99A2857E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66C704-3CD7-6D1C-16ED-AAB977B25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172784-0117-7987-118D-4E391846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0E21EE-216D-735E-4777-96B6ADCB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1760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4AE2E7-A8AC-64ED-6C21-604490DB5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653380-134D-55EB-5BBD-5F6423E0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98041-747E-0520-ECE6-9F780EF7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339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380E-173E-C2FB-8FA0-691A0A6A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A45064-996B-69DD-DFD7-1A7A24565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A0B01F-2C88-79A1-10B2-1DA721BAE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EC8718-2D1B-9FA1-BA94-5022897E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2D0010-C138-FFD4-EB81-DEE240AB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342C43-8420-09F1-6125-382E393E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478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2B072-B45D-736B-C6FB-E2AE6C666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C43D38-4460-94D3-18E4-999572DC1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A80374-B100-DDA1-CCD6-78F4820A4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57D386-983E-A791-DDEF-D67B2831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71B6EA-EC2E-CC67-FE7D-AE55EE35A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2C4E95-8446-3258-E387-185B3F52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620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674A9-BE61-F709-6738-9FB43098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72A1EF-0541-3C3E-9C8C-A91F0CA5F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684DB-7688-D75E-04CE-B354F6AD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7526EC-F7F1-B769-B10E-25942D0C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6C3F8A-2FCA-0A99-CD51-E16BA83D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3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F28CE8-BBD3-9D2E-AAF2-638303618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408255-7AA8-AF48-D499-ED6BC16C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B9678A-4816-ABBC-D953-A2522B64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A3088C-D99F-8B32-82CE-E917D2C0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2C763B-1336-8129-E6D2-F1F7CE0F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000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6FA1BE-D737-8E1D-3A5A-EAA90CCB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5C429F-174B-BF5E-A3CE-E4A4AA5F6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39B111-729B-73D3-4E9F-DB52BBD44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4794E-DB1E-D241-8180-9A9770A53A3C}" type="datetimeFigureOut">
              <a:t>2025. 12. 11.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30F60-EC03-7A29-963F-6E77F1C3B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EFD8A6-5699-9485-7CAC-057EE9F65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AD461-18F3-3B4E-800F-8862BA1B5B1D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11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C8FC45-74C5-7EC4-127F-4FA8C92ACB79}"/>
              </a:ext>
            </a:extLst>
          </p:cNvPr>
          <p:cNvSpPr txBox="1"/>
          <p:nvPr/>
        </p:nvSpPr>
        <p:spPr>
          <a:xfrm>
            <a:off x="5392438" y="3867853"/>
            <a:ext cx="6603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</a:t>
            </a:r>
            <a:r>
              <a:rPr lang="en" altLang="ko-KR" sz="1600">
                <a:latin typeface="Google Sans Code Medium" panose="020B0509030502040204" pitchFamily="34" charset="0"/>
              </a:rPr>
              <a:t>_0_2_0_2_70_000_200.png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30B67B-095D-0152-377F-A320D65B76CF}"/>
              </a:ext>
            </a:extLst>
          </p:cNvPr>
          <p:cNvSpPr txBox="1"/>
          <p:nvPr/>
        </p:nvSpPr>
        <p:spPr>
          <a:xfrm>
            <a:off x="17252" y="4272094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FFFF00"/>
                </a:highlight>
                <a:latin typeface="Google Sans Code Medium" panose="020B0509030502040204" pitchFamily="34" charset="0"/>
              </a:rPr>
              <a:t>001900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pic>
        <p:nvPicPr>
          <p:cNvPr id="8" name="그림 7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AA8D77-782C-5522-C575-62B7EFE04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04" y="328776"/>
            <a:ext cx="2398803" cy="31459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30150E-3DDB-645D-D9EA-FB94F7E9061F}"/>
              </a:ext>
            </a:extLst>
          </p:cNvPr>
          <p:cNvSpPr txBox="1"/>
          <p:nvPr/>
        </p:nvSpPr>
        <p:spPr>
          <a:xfrm>
            <a:off x="7354030" y="6498771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asdf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1C89F-5BCB-00EC-9990-1292FD6A1F56}"/>
              </a:ext>
            </a:extLst>
          </p:cNvPr>
          <p:cNvSpPr txBox="1"/>
          <p:nvPr/>
        </p:nvSpPr>
        <p:spPr>
          <a:xfrm>
            <a:off x="17252" y="4676335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00FF00"/>
                </a:highlight>
                <a:latin typeface="Google Sans Code Medium" panose="020B0509030502040204" pitchFamily="34" charset="0"/>
              </a:rPr>
              <a:t>016548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4C374-39A6-7266-F19C-9FCD2924E362}"/>
              </a:ext>
            </a:extLst>
          </p:cNvPr>
          <p:cNvSpPr txBox="1"/>
          <p:nvPr/>
        </p:nvSpPr>
        <p:spPr>
          <a:xfrm>
            <a:off x="17252" y="5080576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00FFFF"/>
                </a:highlight>
                <a:latin typeface="Google Sans Code Medium" panose="020B0509030502040204" pitchFamily="34" charset="0"/>
              </a:rPr>
              <a:t>019607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338DD1-2058-B54A-AEE7-B16B89A4E276}"/>
              </a:ext>
            </a:extLst>
          </p:cNvPr>
          <p:cNvSpPr txBox="1"/>
          <p:nvPr/>
        </p:nvSpPr>
        <p:spPr>
          <a:xfrm>
            <a:off x="17252" y="5484817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FF00FF"/>
                </a:highlight>
                <a:latin typeface="Google Sans Code Medium" panose="020B0509030502040204" pitchFamily="34" charset="0"/>
              </a:rPr>
              <a:t>029451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14" name="왼쪽 중괄호[L] 13">
            <a:extLst>
              <a:ext uri="{FF2B5EF4-FFF2-40B4-BE49-F238E27FC236}">
                <a16:creationId xmlns:a16="http://schemas.microsoft.com/office/drawing/2014/main" id="{BFD78022-5D20-986D-F066-84A33848B5B6}"/>
              </a:ext>
            </a:extLst>
          </p:cNvPr>
          <p:cNvSpPr/>
          <p:nvPr/>
        </p:nvSpPr>
        <p:spPr>
          <a:xfrm rot="5400000">
            <a:off x="1825530" y="2471388"/>
            <a:ext cx="338553" cy="326027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왼쪽 중괄호[L] 14">
            <a:extLst>
              <a:ext uri="{FF2B5EF4-FFF2-40B4-BE49-F238E27FC236}">
                <a16:creationId xmlns:a16="http://schemas.microsoft.com/office/drawing/2014/main" id="{32B34182-3854-2AD4-B5B7-9D751517660A}"/>
              </a:ext>
            </a:extLst>
          </p:cNvPr>
          <p:cNvSpPr/>
          <p:nvPr/>
        </p:nvSpPr>
        <p:spPr>
          <a:xfrm rot="5400000">
            <a:off x="7184753" y="2111672"/>
            <a:ext cx="338553" cy="326027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BA437-6780-6656-62B9-9724CB7A3C83}"/>
              </a:ext>
            </a:extLst>
          </p:cNvPr>
          <p:cNvSpPr txBox="1"/>
          <p:nvPr/>
        </p:nvSpPr>
        <p:spPr>
          <a:xfrm>
            <a:off x="3624942" y="665297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이미지 안에 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개의 알약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FC62A3-EA0A-27EB-2C03-0833BA7ACF9D}"/>
              </a:ext>
            </a:extLst>
          </p:cNvPr>
          <p:cNvSpPr txBox="1"/>
          <p:nvPr/>
        </p:nvSpPr>
        <p:spPr>
          <a:xfrm>
            <a:off x="3624942" y="1438870"/>
            <a:ext cx="5732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알약마다 고유번호를 가지며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파일명에 활용된다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알약마다의 좌표와 라벨이 필요하다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파일명이 같아도 다른 폴더에 담겨 있고 다른 내용을 담고 있다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119414-DFEE-53B0-C2FC-53F2FA57379C}"/>
              </a:ext>
            </a:extLst>
          </p:cNvPr>
          <p:cNvSpPr/>
          <p:nvPr/>
        </p:nvSpPr>
        <p:spPr>
          <a:xfrm>
            <a:off x="10076187" y="3725424"/>
            <a:ext cx="359229" cy="2196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7A48C4-CB99-C2AA-38AA-26FE2B6EF877}"/>
              </a:ext>
            </a:extLst>
          </p:cNvPr>
          <p:cNvSpPr txBox="1"/>
          <p:nvPr/>
        </p:nvSpPr>
        <p:spPr>
          <a:xfrm>
            <a:off x="9637683" y="316619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카메라 위도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339A48-98C7-E6E2-6316-69052789E0CC}"/>
              </a:ext>
            </a:extLst>
          </p:cNvPr>
          <p:cNvSpPr/>
          <p:nvPr/>
        </p:nvSpPr>
        <p:spPr>
          <a:xfrm>
            <a:off x="1118506" y="878401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C40B8B9-DF2A-6C37-B2B7-E26F29C530F5}"/>
              </a:ext>
            </a:extLst>
          </p:cNvPr>
          <p:cNvSpPr/>
          <p:nvPr/>
        </p:nvSpPr>
        <p:spPr>
          <a:xfrm>
            <a:off x="2414507" y="103462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BB32F9-B60D-4878-2D70-705B7FD084C4}"/>
              </a:ext>
            </a:extLst>
          </p:cNvPr>
          <p:cNvSpPr/>
          <p:nvPr/>
        </p:nvSpPr>
        <p:spPr>
          <a:xfrm>
            <a:off x="2414506" y="2402629"/>
            <a:ext cx="422293" cy="448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834598-A46C-F017-CB4D-3877D4D482DB}"/>
              </a:ext>
            </a:extLst>
          </p:cNvPr>
          <p:cNvSpPr/>
          <p:nvPr/>
        </p:nvSpPr>
        <p:spPr>
          <a:xfrm>
            <a:off x="1176106" y="22968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717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38777-DD17-3C8E-D338-44E91AA4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61E9BE-E419-5961-C90A-0C475291A2EB}"/>
              </a:ext>
            </a:extLst>
          </p:cNvPr>
          <p:cNvSpPr txBox="1"/>
          <p:nvPr/>
        </p:nvSpPr>
        <p:spPr>
          <a:xfrm>
            <a:off x="3761241" y="932621"/>
            <a:ext cx="6603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solidFill>
                  <a:schemeClr val="bg2">
                    <a:lumMod val="75000"/>
                  </a:schemeClr>
                </a:solidFill>
                <a:latin typeface="Google Sans Code Medium" panose="020B0509030502040204" pitchFamily="34" charset="0"/>
              </a:rPr>
              <a:t>K-</a:t>
            </a:r>
            <a:r>
              <a:rPr kumimoji="1" lang="en" altLang="ko-KR" sz="1600" b="1">
                <a:latin typeface="Google Sans Code ExtraBold" panose="020B0509030502040204" pitchFamily="34" charset="0"/>
              </a:rPr>
              <a:t>001900</a:t>
            </a:r>
            <a:r>
              <a:rPr kumimoji="1" lang="en" altLang="ko-KR" sz="1600">
                <a:latin typeface="Google Sans Code Medium" panose="020B0509030502040204" pitchFamily="34" charset="0"/>
              </a:rPr>
              <a:t>-</a:t>
            </a:r>
            <a:r>
              <a:rPr kumimoji="1" lang="en" altLang="ko-KR" sz="1600" b="1">
                <a:latin typeface="Google Sans Code ExtraBold" panose="020B0509030502040204" pitchFamily="34" charset="0"/>
              </a:rPr>
              <a:t>016548</a:t>
            </a:r>
            <a:r>
              <a:rPr kumimoji="1" lang="en" altLang="ko-KR" sz="1600">
                <a:latin typeface="Google Sans Code Medium" panose="020B0509030502040204" pitchFamily="34" charset="0"/>
              </a:rPr>
              <a:t>-</a:t>
            </a:r>
            <a:r>
              <a:rPr kumimoji="1" lang="en" altLang="ko-KR" sz="1600" b="1">
                <a:latin typeface="Google Sans Code ExtraBold" panose="020B0509030502040204" pitchFamily="34" charset="0"/>
              </a:rPr>
              <a:t>019607</a:t>
            </a:r>
            <a:r>
              <a:rPr kumimoji="1" lang="en" altLang="ko-KR" sz="1600">
                <a:latin typeface="Google Sans Code Medium" panose="020B0509030502040204" pitchFamily="34" charset="0"/>
              </a:rPr>
              <a:t>-</a:t>
            </a:r>
            <a:r>
              <a:rPr kumimoji="1" lang="en" altLang="ko-KR" sz="1600" b="1">
                <a:latin typeface="Google Sans Code ExtraBold" panose="020B0509030502040204" pitchFamily="34" charset="0"/>
              </a:rPr>
              <a:t>029451</a:t>
            </a:r>
            <a:r>
              <a:rPr lang="en" altLang="ko-KR" sz="1600">
                <a:solidFill>
                  <a:schemeClr val="bg2">
                    <a:lumMod val="75000"/>
                  </a:schemeClr>
                </a:solidFill>
                <a:latin typeface="Google Sans Code Medium" panose="020B0509030502040204" pitchFamily="34" charset="0"/>
              </a:rPr>
              <a:t>_0_2_0_2_70_000_200</a:t>
            </a:r>
            <a:r>
              <a:rPr lang="en" altLang="ko-KR" sz="1600">
                <a:latin typeface="Google Sans Code Medium" panose="020B0509030502040204" pitchFamily="34" charset="0"/>
              </a:rPr>
              <a:t>.png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DF0145-CBE6-1ECC-1355-095D152D1273}"/>
              </a:ext>
            </a:extLst>
          </p:cNvPr>
          <p:cNvSpPr txBox="1"/>
          <p:nvPr/>
        </p:nvSpPr>
        <p:spPr>
          <a:xfrm>
            <a:off x="17252" y="4026561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FFFF00"/>
                </a:highlight>
                <a:latin typeface="Google Sans Code Medium" panose="020B0509030502040204" pitchFamily="34" charset="0"/>
              </a:rPr>
              <a:t>001900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4215E-1010-9B7F-638F-C2CF616477E0}"/>
              </a:ext>
            </a:extLst>
          </p:cNvPr>
          <p:cNvSpPr txBox="1"/>
          <p:nvPr/>
        </p:nvSpPr>
        <p:spPr>
          <a:xfrm>
            <a:off x="17252" y="4430802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00FF00"/>
                </a:highlight>
                <a:latin typeface="Google Sans Code Medium" panose="020B0509030502040204" pitchFamily="34" charset="0"/>
              </a:rPr>
              <a:t>016548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559FC-EA3E-7AA5-3274-A716DE1E03F0}"/>
              </a:ext>
            </a:extLst>
          </p:cNvPr>
          <p:cNvSpPr txBox="1"/>
          <p:nvPr/>
        </p:nvSpPr>
        <p:spPr>
          <a:xfrm>
            <a:off x="17252" y="4835043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00FFFF"/>
                </a:highlight>
                <a:latin typeface="Google Sans Code Medium" panose="020B0509030502040204" pitchFamily="34" charset="0"/>
              </a:rPr>
              <a:t>019607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D8496-774C-1AC0-D60F-350AAF062535}"/>
              </a:ext>
            </a:extLst>
          </p:cNvPr>
          <p:cNvSpPr txBox="1"/>
          <p:nvPr/>
        </p:nvSpPr>
        <p:spPr>
          <a:xfrm>
            <a:off x="17252" y="5239284"/>
            <a:ext cx="121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>
                <a:latin typeface="Google Sans Code Medium" panose="020B0509030502040204" pitchFamily="34" charset="0"/>
              </a:rPr>
              <a:t>K-001900-016548-019607-029451_json/K-</a:t>
            </a:r>
            <a:r>
              <a:rPr kumimoji="1" lang="en" altLang="ko-KR" sz="1600">
                <a:highlight>
                  <a:srgbClr val="FF00FF"/>
                </a:highlight>
                <a:latin typeface="Google Sans Code Medium" panose="020B0509030502040204" pitchFamily="34" charset="0"/>
              </a:rPr>
              <a:t>029451</a:t>
            </a:r>
            <a:r>
              <a:rPr kumimoji="1" lang="en" altLang="ko-KR" sz="1600">
                <a:latin typeface="Google Sans Code Medium" panose="020B0509030502040204" pitchFamily="34" charset="0"/>
              </a:rPr>
              <a:t>/K-001900-016548-019607-029451_0_2_0_2_70_000_200.json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pic>
        <p:nvPicPr>
          <p:cNvPr id="28" name="그림 27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3DA7F3-330B-B78B-3AD5-170123819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62" y="181027"/>
            <a:ext cx="2398803" cy="314597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29C6D08-81F1-CAEE-287C-8AE7B23D53EE}"/>
              </a:ext>
            </a:extLst>
          </p:cNvPr>
          <p:cNvSpPr txBox="1"/>
          <p:nvPr/>
        </p:nvSpPr>
        <p:spPr>
          <a:xfrm>
            <a:off x="1163458" y="1215571"/>
            <a:ext cx="99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001900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A7C8C5-CD16-BCAC-6E65-059486AD1EE5}"/>
              </a:ext>
            </a:extLst>
          </p:cNvPr>
          <p:cNvSpPr txBox="1"/>
          <p:nvPr/>
        </p:nvSpPr>
        <p:spPr>
          <a:xfrm>
            <a:off x="2221791" y="1215571"/>
            <a:ext cx="99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016548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751BEF-E934-C717-9196-C8110697EB1F}"/>
              </a:ext>
            </a:extLst>
          </p:cNvPr>
          <p:cNvSpPr txBox="1"/>
          <p:nvPr/>
        </p:nvSpPr>
        <p:spPr>
          <a:xfrm>
            <a:off x="1163458" y="2663371"/>
            <a:ext cx="99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019607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032854-51A3-AA49-0B34-B5EA2988598C}"/>
              </a:ext>
            </a:extLst>
          </p:cNvPr>
          <p:cNvSpPr txBox="1"/>
          <p:nvPr/>
        </p:nvSpPr>
        <p:spPr>
          <a:xfrm>
            <a:off x="2221791" y="2663371"/>
            <a:ext cx="99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029451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963952-0BFE-2BB6-412C-198789D2EE98}"/>
              </a:ext>
            </a:extLst>
          </p:cNvPr>
          <p:cNvSpPr/>
          <p:nvPr/>
        </p:nvSpPr>
        <p:spPr>
          <a:xfrm>
            <a:off x="48329" y="4026560"/>
            <a:ext cx="4227338" cy="1551277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0122A5-0E4C-02C2-B500-3D13FB9B5D04}"/>
              </a:ext>
            </a:extLst>
          </p:cNvPr>
          <p:cNvSpPr txBox="1"/>
          <p:nvPr/>
        </p:nvSpPr>
        <p:spPr>
          <a:xfrm>
            <a:off x="621944" y="5703300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이미지명 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번호 오름차순 조합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D8BEA0D-9A4E-1A3D-AC5B-7633A591F77E}"/>
              </a:ext>
            </a:extLst>
          </p:cNvPr>
          <p:cNvSpPr/>
          <p:nvPr/>
        </p:nvSpPr>
        <p:spPr>
          <a:xfrm>
            <a:off x="5461318" y="4003179"/>
            <a:ext cx="5916835" cy="1551277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F16467-5D4C-BA9E-B792-7D1E971CADBD}"/>
              </a:ext>
            </a:extLst>
          </p:cNvPr>
          <p:cNvSpPr txBox="1"/>
          <p:nvPr/>
        </p:nvSpPr>
        <p:spPr>
          <a:xfrm>
            <a:off x="7218074" y="5692560"/>
            <a:ext cx="3199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파일명은 같아도 좌표값이 다르다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D74996-4C85-2806-21A6-05CDFD80D51E}"/>
              </a:ext>
            </a:extLst>
          </p:cNvPr>
          <p:cNvSpPr txBox="1"/>
          <p:nvPr/>
        </p:nvSpPr>
        <p:spPr>
          <a:xfrm>
            <a:off x="7077812" y="5954006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파일명 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이미지명 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좌표값 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폴더명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39E564-8475-69D0-13A0-450669486931}"/>
              </a:ext>
            </a:extLst>
          </p:cNvPr>
          <p:cNvSpPr txBox="1"/>
          <p:nvPr/>
        </p:nvSpPr>
        <p:spPr>
          <a:xfrm>
            <a:off x="3945010" y="5703300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폴더명 </a:t>
            </a:r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알약 번호</a:t>
            </a:r>
          </a:p>
        </p:txBody>
      </p:sp>
    </p:spTree>
    <p:extLst>
      <p:ext uri="{BB962C8B-B14F-4D97-AF65-F5344CB8AC3E}">
        <p14:creationId xmlns:p14="http://schemas.microsoft.com/office/powerpoint/2010/main" val="3323606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9A0267-2C07-98A8-546C-8D7065955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7" y="760576"/>
            <a:ext cx="2398803" cy="314597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26C1388-8B83-D00E-FDF6-57263363E64B}"/>
              </a:ext>
            </a:extLst>
          </p:cNvPr>
          <p:cNvSpPr/>
          <p:nvPr/>
        </p:nvSpPr>
        <p:spPr>
          <a:xfrm>
            <a:off x="830639" y="1310201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BCEC35-C881-B597-D924-1997D5CAAB0F}"/>
              </a:ext>
            </a:extLst>
          </p:cNvPr>
          <p:cNvSpPr/>
          <p:nvPr/>
        </p:nvSpPr>
        <p:spPr>
          <a:xfrm>
            <a:off x="2126640" y="146642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F499FB-8C57-607E-BD0C-6C0E1A2ED811}"/>
              </a:ext>
            </a:extLst>
          </p:cNvPr>
          <p:cNvSpPr/>
          <p:nvPr/>
        </p:nvSpPr>
        <p:spPr>
          <a:xfrm>
            <a:off x="2126639" y="2834429"/>
            <a:ext cx="422293" cy="448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FA5B49-9386-2C9D-B191-6EF00364D35D}"/>
              </a:ext>
            </a:extLst>
          </p:cNvPr>
          <p:cNvSpPr/>
          <p:nvPr/>
        </p:nvSpPr>
        <p:spPr>
          <a:xfrm>
            <a:off x="888239" y="27286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9" name="그림 8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286206-F85D-09CC-4E57-56049ACC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604" y="769042"/>
            <a:ext cx="2398803" cy="314597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CC3430E-147E-75C2-FFE1-7BCFA1383588}"/>
              </a:ext>
            </a:extLst>
          </p:cNvPr>
          <p:cNvSpPr/>
          <p:nvPr/>
        </p:nvSpPr>
        <p:spPr>
          <a:xfrm>
            <a:off x="4903707" y="1474895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F466456-4C72-1B18-F032-ACCFF8E437ED}"/>
              </a:ext>
            </a:extLst>
          </p:cNvPr>
          <p:cNvSpPr/>
          <p:nvPr/>
        </p:nvSpPr>
        <p:spPr>
          <a:xfrm>
            <a:off x="4903706" y="2842895"/>
            <a:ext cx="422293" cy="448571"/>
          </a:xfrm>
          <a:prstGeom prst="rect">
            <a:avLst/>
          </a:prstGeom>
          <a:noFill/>
          <a:ln>
            <a:solidFill>
              <a:srgbClr val="FF0000">
                <a:alpha val="42000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B3E4C0-34DE-8B6B-F3AE-2400776BE5A8}"/>
              </a:ext>
            </a:extLst>
          </p:cNvPr>
          <p:cNvSpPr/>
          <p:nvPr/>
        </p:nvSpPr>
        <p:spPr>
          <a:xfrm>
            <a:off x="3665306" y="2737067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자유형 12">
            <a:extLst>
              <a:ext uri="{FF2B5EF4-FFF2-40B4-BE49-F238E27FC236}">
                <a16:creationId xmlns:a16="http://schemas.microsoft.com/office/drawing/2014/main" id="{7D7C035D-473E-71C4-A21B-EE4EAACA2B24}"/>
              </a:ext>
            </a:extLst>
          </p:cNvPr>
          <p:cNvSpPr/>
          <p:nvPr/>
        </p:nvSpPr>
        <p:spPr>
          <a:xfrm rot="10800000">
            <a:off x="3220650" y="708069"/>
            <a:ext cx="2764621" cy="3377798"/>
          </a:xfrm>
          <a:custGeom>
            <a:avLst/>
            <a:gdLst>
              <a:gd name="csX0" fmla="*/ 956989 w 2764621"/>
              <a:gd name="csY0" fmla="*/ 355599 h 3377798"/>
              <a:gd name="csX1" fmla="*/ 300822 w 2764621"/>
              <a:gd name="csY1" fmla="*/ 1011766 h 3377798"/>
              <a:gd name="csX2" fmla="*/ 956989 w 2764621"/>
              <a:gd name="csY2" fmla="*/ 1667933 h 3377798"/>
              <a:gd name="csX3" fmla="*/ 1613156 w 2764621"/>
              <a:gd name="csY3" fmla="*/ 1011766 h 3377798"/>
              <a:gd name="csX4" fmla="*/ 956989 w 2764621"/>
              <a:gd name="csY4" fmla="*/ 355599 h 3377798"/>
              <a:gd name="csX5" fmla="*/ 0 w 2764621"/>
              <a:gd name="csY5" fmla="*/ 0 h 3377798"/>
              <a:gd name="csX6" fmla="*/ 2764621 w 2764621"/>
              <a:gd name="csY6" fmla="*/ 0 h 3377798"/>
              <a:gd name="csX7" fmla="*/ 2764621 w 2764621"/>
              <a:gd name="csY7" fmla="*/ 3377798 h 3377798"/>
              <a:gd name="csX8" fmla="*/ 0 w 2764621"/>
              <a:gd name="csY8" fmla="*/ 3377798 h 33777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64621" h="3377798">
                <a:moveTo>
                  <a:pt x="956989" y="355599"/>
                </a:moveTo>
                <a:cubicBezTo>
                  <a:pt x="594598" y="355599"/>
                  <a:pt x="300822" y="649375"/>
                  <a:pt x="300822" y="1011766"/>
                </a:cubicBezTo>
                <a:cubicBezTo>
                  <a:pt x="300822" y="1374157"/>
                  <a:pt x="594598" y="1667933"/>
                  <a:pt x="956989" y="1667933"/>
                </a:cubicBezTo>
                <a:cubicBezTo>
                  <a:pt x="1319380" y="1667933"/>
                  <a:pt x="1613156" y="1374157"/>
                  <a:pt x="1613156" y="1011766"/>
                </a:cubicBezTo>
                <a:cubicBezTo>
                  <a:pt x="1613156" y="649375"/>
                  <a:pt x="1319380" y="355599"/>
                  <a:pt x="956989" y="355599"/>
                </a:cubicBezTo>
                <a:close/>
                <a:moveTo>
                  <a:pt x="0" y="0"/>
                </a:moveTo>
                <a:lnTo>
                  <a:pt x="2764621" y="0"/>
                </a:lnTo>
                <a:lnTo>
                  <a:pt x="2764621" y="3377798"/>
                </a:lnTo>
                <a:lnTo>
                  <a:pt x="0" y="3377798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97AEE6-DEB5-581D-3E03-2DAA3CB355E2}"/>
              </a:ext>
            </a:extLst>
          </p:cNvPr>
          <p:cNvSpPr/>
          <p:nvPr/>
        </p:nvSpPr>
        <p:spPr>
          <a:xfrm>
            <a:off x="3607706" y="1318667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림 14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DBC7ED-BD86-B001-EBE0-70E26884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704" y="773976"/>
            <a:ext cx="2398803" cy="3145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E071DD-265C-C63C-F71F-AAA8D82A011D}"/>
              </a:ext>
            </a:extLst>
          </p:cNvPr>
          <p:cNvSpPr/>
          <p:nvPr/>
        </p:nvSpPr>
        <p:spPr>
          <a:xfrm>
            <a:off x="6458806" y="1323601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C3D3C0-1C32-6991-62DE-C87392229C55}"/>
              </a:ext>
            </a:extLst>
          </p:cNvPr>
          <p:cNvSpPr/>
          <p:nvPr/>
        </p:nvSpPr>
        <p:spPr>
          <a:xfrm>
            <a:off x="7754807" y="147982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A2DE6D-D5DA-BD83-4941-13C2476A158E}"/>
              </a:ext>
            </a:extLst>
          </p:cNvPr>
          <p:cNvSpPr/>
          <p:nvPr/>
        </p:nvSpPr>
        <p:spPr>
          <a:xfrm>
            <a:off x="6516406" y="27420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181E31-7034-E3D4-1868-8D9B9C526BD6}"/>
              </a:ext>
            </a:extLst>
          </p:cNvPr>
          <p:cNvSpPr/>
          <p:nvPr/>
        </p:nvSpPr>
        <p:spPr>
          <a:xfrm>
            <a:off x="6540061" y="2767556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자유형 19">
            <a:extLst>
              <a:ext uri="{FF2B5EF4-FFF2-40B4-BE49-F238E27FC236}">
                <a16:creationId xmlns:a16="http://schemas.microsoft.com/office/drawing/2014/main" id="{E51266BA-6F45-6ECB-8447-64682DF21B92}"/>
              </a:ext>
            </a:extLst>
          </p:cNvPr>
          <p:cNvSpPr/>
          <p:nvPr/>
        </p:nvSpPr>
        <p:spPr>
          <a:xfrm>
            <a:off x="5865233" y="597600"/>
            <a:ext cx="2836334" cy="3488267"/>
          </a:xfrm>
          <a:custGeom>
            <a:avLst/>
            <a:gdLst>
              <a:gd name="csX0" fmla="*/ 905984 w 2836334"/>
              <a:gd name="csY0" fmla="*/ 1897312 h 3488267"/>
              <a:gd name="csX1" fmla="*/ 372534 w 2836334"/>
              <a:gd name="csY1" fmla="*/ 2434556 h 3488267"/>
              <a:gd name="csX2" fmla="*/ 905984 w 2836334"/>
              <a:gd name="csY2" fmla="*/ 2971800 h 3488267"/>
              <a:gd name="csX3" fmla="*/ 1439434 w 2836334"/>
              <a:gd name="csY3" fmla="*/ 2434556 h 3488267"/>
              <a:gd name="csX4" fmla="*/ 905984 w 2836334"/>
              <a:gd name="csY4" fmla="*/ 1897312 h 3488267"/>
              <a:gd name="csX5" fmla="*/ 0 w 2836334"/>
              <a:gd name="csY5" fmla="*/ 0 h 3488267"/>
              <a:gd name="csX6" fmla="*/ 2836334 w 2836334"/>
              <a:gd name="csY6" fmla="*/ 0 h 3488267"/>
              <a:gd name="csX7" fmla="*/ 2836334 w 2836334"/>
              <a:gd name="csY7" fmla="*/ 3488267 h 3488267"/>
              <a:gd name="csX8" fmla="*/ 0 w 2836334"/>
              <a:gd name="csY8" fmla="*/ 3488267 h 3488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36334" h="3488267">
                <a:moveTo>
                  <a:pt x="905984" y="1897312"/>
                </a:moveTo>
                <a:cubicBezTo>
                  <a:pt x="611368" y="1897312"/>
                  <a:pt x="372534" y="2137844"/>
                  <a:pt x="372534" y="2434556"/>
                </a:cubicBezTo>
                <a:cubicBezTo>
                  <a:pt x="372534" y="2731268"/>
                  <a:pt x="611368" y="2971800"/>
                  <a:pt x="905984" y="2971800"/>
                </a:cubicBezTo>
                <a:cubicBezTo>
                  <a:pt x="1200600" y="2971800"/>
                  <a:pt x="1439434" y="2731268"/>
                  <a:pt x="1439434" y="2434556"/>
                </a:cubicBezTo>
                <a:cubicBezTo>
                  <a:pt x="1439434" y="2137844"/>
                  <a:pt x="1200600" y="1897312"/>
                  <a:pt x="905984" y="1897312"/>
                </a:cubicBezTo>
                <a:close/>
                <a:moveTo>
                  <a:pt x="0" y="0"/>
                </a:moveTo>
                <a:lnTo>
                  <a:pt x="2836334" y="0"/>
                </a:lnTo>
                <a:lnTo>
                  <a:pt x="2836334" y="3488267"/>
                </a:lnTo>
                <a:lnTo>
                  <a:pt x="0" y="3488267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pic>
        <p:nvPicPr>
          <p:cNvPr id="21" name="그림 20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477E0-C57E-AB18-72E6-F8D7D546C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24" y="773976"/>
            <a:ext cx="2398803" cy="314597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50E04F-9647-1CBC-CF47-D6C592A0E478}"/>
              </a:ext>
            </a:extLst>
          </p:cNvPr>
          <p:cNvSpPr/>
          <p:nvPr/>
        </p:nvSpPr>
        <p:spPr>
          <a:xfrm>
            <a:off x="9319152" y="1093446"/>
            <a:ext cx="1073464" cy="1142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1D3774-B660-2EF1-BA0D-58E467223958}"/>
              </a:ext>
            </a:extLst>
          </p:cNvPr>
          <p:cNvSpPr/>
          <p:nvPr/>
        </p:nvSpPr>
        <p:spPr>
          <a:xfrm>
            <a:off x="10936172" y="187033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6315EC-E534-5A49-EE97-98B05C6807CE}"/>
              </a:ext>
            </a:extLst>
          </p:cNvPr>
          <p:cNvSpPr/>
          <p:nvPr/>
        </p:nvSpPr>
        <p:spPr>
          <a:xfrm>
            <a:off x="10725026" y="2847829"/>
            <a:ext cx="422293" cy="448571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9353105-9127-70E8-3737-3ED8E211CEB9}"/>
              </a:ext>
            </a:extLst>
          </p:cNvPr>
          <p:cNvSpPr/>
          <p:nvPr/>
        </p:nvSpPr>
        <p:spPr>
          <a:xfrm>
            <a:off x="9486626" y="27420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자유형 25">
            <a:extLst>
              <a:ext uri="{FF2B5EF4-FFF2-40B4-BE49-F238E27FC236}">
                <a16:creationId xmlns:a16="http://schemas.microsoft.com/office/drawing/2014/main" id="{37F927C4-C55F-A4DE-427B-C07E83C26756}"/>
              </a:ext>
            </a:extLst>
          </p:cNvPr>
          <p:cNvSpPr/>
          <p:nvPr/>
        </p:nvSpPr>
        <p:spPr>
          <a:xfrm>
            <a:off x="8835453" y="597600"/>
            <a:ext cx="2836334" cy="3488267"/>
          </a:xfrm>
          <a:custGeom>
            <a:avLst/>
            <a:gdLst>
              <a:gd name="csX0" fmla="*/ 1469872 w 2836334"/>
              <a:gd name="csY0" fmla="*/ 175082 h 3488267"/>
              <a:gd name="csX1" fmla="*/ 385015 w 2836334"/>
              <a:gd name="csY1" fmla="*/ 1259939 h 3488267"/>
              <a:gd name="csX2" fmla="*/ 1469872 w 2836334"/>
              <a:gd name="csY2" fmla="*/ 2344796 h 3488267"/>
              <a:gd name="csX3" fmla="*/ 2554729 w 2836334"/>
              <a:gd name="csY3" fmla="*/ 1259939 h 3488267"/>
              <a:gd name="csX4" fmla="*/ 1469872 w 2836334"/>
              <a:gd name="csY4" fmla="*/ 175082 h 3488267"/>
              <a:gd name="csX5" fmla="*/ 0 w 2836334"/>
              <a:gd name="csY5" fmla="*/ 0 h 3488267"/>
              <a:gd name="csX6" fmla="*/ 2836334 w 2836334"/>
              <a:gd name="csY6" fmla="*/ 0 h 3488267"/>
              <a:gd name="csX7" fmla="*/ 2836334 w 2836334"/>
              <a:gd name="csY7" fmla="*/ 3488267 h 3488267"/>
              <a:gd name="csX8" fmla="*/ 0 w 2836334"/>
              <a:gd name="csY8" fmla="*/ 3488267 h 3488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36334" h="3488267">
                <a:moveTo>
                  <a:pt x="1469872" y="175082"/>
                </a:moveTo>
                <a:cubicBezTo>
                  <a:pt x="870722" y="175082"/>
                  <a:pt x="385015" y="660789"/>
                  <a:pt x="385015" y="1259939"/>
                </a:cubicBezTo>
                <a:cubicBezTo>
                  <a:pt x="385015" y="1859089"/>
                  <a:pt x="870722" y="2344796"/>
                  <a:pt x="1469872" y="2344796"/>
                </a:cubicBezTo>
                <a:cubicBezTo>
                  <a:pt x="2069022" y="2344796"/>
                  <a:pt x="2554729" y="1859089"/>
                  <a:pt x="2554729" y="1259939"/>
                </a:cubicBezTo>
                <a:cubicBezTo>
                  <a:pt x="2554729" y="660789"/>
                  <a:pt x="2069022" y="175082"/>
                  <a:pt x="1469872" y="175082"/>
                </a:cubicBezTo>
                <a:close/>
                <a:moveTo>
                  <a:pt x="0" y="0"/>
                </a:moveTo>
                <a:lnTo>
                  <a:pt x="2836334" y="0"/>
                </a:lnTo>
                <a:lnTo>
                  <a:pt x="2836334" y="3488267"/>
                </a:lnTo>
                <a:lnTo>
                  <a:pt x="0" y="3488267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3773DF-F4B0-0C60-EFDE-EB88DC3EF058}"/>
              </a:ext>
            </a:extLst>
          </p:cNvPr>
          <p:cNvSpPr txBox="1"/>
          <p:nvPr/>
        </p:nvSpPr>
        <p:spPr>
          <a:xfrm>
            <a:off x="3284604" y="4000633"/>
            <a:ext cx="2153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케이스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어노테이션이 모자란 경우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49A30-5B37-79BF-B595-A598C1F8139F}"/>
              </a:ext>
            </a:extLst>
          </p:cNvPr>
          <p:cNvSpPr txBox="1"/>
          <p:nvPr/>
        </p:nvSpPr>
        <p:spPr>
          <a:xfrm>
            <a:off x="6132972" y="4000633"/>
            <a:ext cx="2275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케이스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어노테이션이 중복되는 경우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6612F7-D5EE-B3C8-1281-A5C78F16226B}"/>
              </a:ext>
            </a:extLst>
          </p:cNvPr>
          <p:cNvSpPr txBox="1"/>
          <p:nvPr/>
        </p:nvSpPr>
        <p:spPr>
          <a:xfrm>
            <a:off x="9103682" y="4000633"/>
            <a:ext cx="2275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케이스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어노테이션이 어이없는 경우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C4ED13-E722-273C-62CD-B8C4EEC1CE9C}"/>
              </a:ext>
            </a:extLst>
          </p:cNvPr>
          <p:cNvSpPr txBox="1"/>
          <p:nvPr/>
        </p:nvSpPr>
        <p:spPr>
          <a:xfrm>
            <a:off x="508418" y="4000633"/>
            <a:ext cx="2016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 케이스</a:t>
            </a:r>
            <a:endParaRPr kumimoji="1"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6AA8B1-5ED3-654D-67DC-9E571F1AB514}"/>
              </a:ext>
            </a:extLst>
          </p:cNvPr>
          <p:cNvSpPr txBox="1"/>
          <p:nvPr/>
        </p:nvSpPr>
        <p:spPr>
          <a:xfrm>
            <a:off x="3284604" y="4864854"/>
            <a:ext cx="2398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이미지 경로명을 재조합하여 실제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json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경로와 비교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1D5FE6-4750-664B-A116-962F21038D85}"/>
              </a:ext>
            </a:extLst>
          </p:cNvPr>
          <p:cNvSpPr txBox="1"/>
          <p:nvPr/>
        </p:nvSpPr>
        <p:spPr>
          <a:xfrm>
            <a:off x="6132972" y="4864854"/>
            <a:ext cx="2153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bbox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추출하여 비교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</a:t>
            </a:r>
            <a:endParaRPr kumimoji="1"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육안으로 식별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F3F831-A829-BB78-DED4-D2EFBFD51383}"/>
              </a:ext>
            </a:extLst>
          </p:cNvPr>
          <p:cNvSpPr txBox="1"/>
          <p:nvPr/>
        </p:nvSpPr>
        <p:spPr>
          <a:xfrm>
            <a:off x="9103682" y="4864854"/>
            <a:ext cx="2153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육안으로 식별</a:t>
            </a:r>
          </a:p>
        </p:txBody>
      </p:sp>
    </p:spTree>
    <p:extLst>
      <p:ext uri="{BB962C8B-B14F-4D97-AF65-F5344CB8AC3E}">
        <p14:creationId xmlns:p14="http://schemas.microsoft.com/office/powerpoint/2010/main" val="358943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F3B1-6D78-156B-3EDB-1B2D884C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6A1EAC-8979-489B-51AD-84FB0ACC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37" y="760576"/>
            <a:ext cx="2398803" cy="314597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8934C13-5E61-EB2D-A556-D5185C3F1018}"/>
              </a:ext>
            </a:extLst>
          </p:cNvPr>
          <p:cNvSpPr/>
          <p:nvPr/>
        </p:nvSpPr>
        <p:spPr>
          <a:xfrm>
            <a:off x="830639" y="1310201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CD01A4-6ACC-0966-5391-81F9157FB326}"/>
              </a:ext>
            </a:extLst>
          </p:cNvPr>
          <p:cNvSpPr/>
          <p:nvPr/>
        </p:nvSpPr>
        <p:spPr>
          <a:xfrm>
            <a:off x="2126640" y="146642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487A6A-AD7A-37C8-1D67-AE25E61FD2A2}"/>
              </a:ext>
            </a:extLst>
          </p:cNvPr>
          <p:cNvSpPr/>
          <p:nvPr/>
        </p:nvSpPr>
        <p:spPr>
          <a:xfrm>
            <a:off x="2126639" y="2834429"/>
            <a:ext cx="422293" cy="448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2A72B1-353A-0642-0FB4-B117F39DDF88}"/>
              </a:ext>
            </a:extLst>
          </p:cNvPr>
          <p:cNvSpPr/>
          <p:nvPr/>
        </p:nvSpPr>
        <p:spPr>
          <a:xfrm>
            <a:off x="888239" y="27286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9" name="그림 8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DDACBB-C86D-C199-D00C-5A9563EC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604" y="769042"/>
            <a:ext cx="2398803" cy="314597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1B34234-494A-75A9-CB07-83FA8DB21716}"/>
              </a:ext>
            </a:extLst>
          </p:cNvPr>
          <p:cNvSpPr/>
          <p:nvPr/>
        </p:nvSpPr>
        <p:spPr>
          <a:xfrm>
            <a:off x="4903707" y="1474895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250218-F45F-BB38-1953-C81AA4BB5604}"/>
              </a:ext>
            </a:extLst>
          </p:cNvPr>
          <p:cNvSpPr/>
          <p:nvPr/>
        </p:nvSpPr>
        <p:spPr>
          <a:xfrm>
            <a:off x="4903706" y="2842895"/>
            <a:ext cx="422293" cy="448571"/>
          </a:xfrm>
          <a:prstGeom prst="rect">
            <a:avLst/>
          </a:prstGeom>
          <a:noFill/>
          <a:ln>
            <a:solidFill>
              <a:srgbClr val="FF0000">
                <a:alpha val="42000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79ACFE-9BC9-CCA6-F550-2692F5E28DC7}"/>
              </a:ext>
            </a:extLst>
          </p:cNvPr>
          <p:cNvSpPr/>
          <p:nvPr/>
        </p:nvSpPr>
        <p:spPr>
          <a:xfrm>
            <a:off x="3665306" y="2737067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자유형 12">
            <a:extLst>
              <a:ext uri="{FF2B5EF4-FFF2-40B4-BE49-F238E27FC236}">
                <a16:creationId xmlns:a16="http://schemas.microsoft.com/office/drawing/2014/main" id="{F72FA45C-DEF3-DCB1-8F43-020B4C664E2B}"/>
              </a:ext>
            </a:extLst>
          </p:cNvPr>
          <p:cNvSpPr/>
          <p:nvPr/>
        </p:nvSpPr>
        <p:spPr>
          <a:xfrm rot="10800000">
            <a:off x="3220650" y="708069"/>
            <a:ext cx="2764621" cy="3377798"/>
          </a:xfrm>
          <a:custGeom>
            <a:avLst/>
            <a:gdLst>
              <a:gd name="csX0" fmla="*/ 956989 w 2764621"/>
              <a:gd name="csY0" fmla="*/ 355599 h 3377798"/>
              <a:gd name="csX1" fmla="*/ 300822 w 2764621"/>
              <a:gd name="csY1" fmla="*/ 1011766 h 3377798"/>
              <a:gd name="csX2" fmla="*/ 956989 w 2764621"/>
              <a:gd name="csY2" fmla="*/ 1667933 h 3377798"/>
              <a:gd name="csX3" fmla="*/ 1613156 w 2764621"/>
              <a:gd name="csY3" fmla="*/ 1011766 h 3377798"/>
              <a:gd name="csX4" fmla="*/ 956989 w 2764621"/>
              <a:gd name="csY4" fmla="*/ 355599 h 3377798"/>
              <a:gd name="csX5" fmla="*/ 0 w 2764621"/>
              <a:gd name="csY5" fmla="*/ 0 h 3377798"/>
              <a:gd name="csX6" fmla="*/ 2764621 w 2764621"/>
              <a:gd name="csY6" fmla="*/ 0 h 3377798"/>
              <a:gd name="csX7" fmla="*/ 2764621 w 2764621"/>
              <a:gd name="csY7" fmla="*/ 3377798 h 3377798"/>
              <a:gd name="csX8" fmla="*/ 0 w 2764621"/>
              <a:gd name="csY8" fmla="*/ 3377798 h 33777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64621" h="3377798">
                <a:moveTo>
                  <a:pt x="956989" y="355599"/>
                </a:moveTo>
                <a:cubicBezTo>
                  <a:pt x="594598" y="355599"/>
                  <a:pt x="300822" y="649375"/>
                  <a:pt x="300822" y="1011766"/>
                </a:cubicBezTo>
                <a:cubicBezTo>
                  <a:pt x="300822" y="1374157"/>
                  <a:pt x="594598" y="1667933"/>
                  <a:pt x="956989" y="1667933"/>
                </a:cubicBezTo>
                <a:cubicBezTo>
                  <a:pt x="1319380" y="1667933"/>
                  <a:pt x="1613156" y="1374157"/>
                  <a:pt x="1613156" y="1011766"/>
                </a:cubicBezTo>
                <a:cubicBezTo>
                  <a:pt x="1613156" y="649375"/>
                  <a:pt x="1319380" y="355599"/>
                  <a:pt x="956989" y="355599"/>
                </a:cubicBezTo>
                <a:close/>
                <a:moveTo>
                  <a:pt x="0" y="0"/>
                </a:moveTo>
                <a:lnTo>
                  <a:pt x="2764621" y="0"/>
                </a:lnTo>
                <a:lnTo>
                  <a:pt x="2764621" y="3377798"/>
                </a:lnTo>
                <a:lnTo>
                  <a:pt x="0" y="3377798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585F75-AF6D-471A-C2F7-3D31B44CFB03}"/>
              </a:ext>
            </a:extLst>
          </p:cNvPr>
          <p:cNvSpPr/>
          <p:nvPr/>
        </p:nvSpPr>
        <p:spPr>
          <a:xfrm>
            <a:off x="3607706" y="1318667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5" name="그림 14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CADE63-6385-CF3A-D613-15A1D954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704" y="773976"/>
            <a:ext cx="2398803" cy="3145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4EB23C-E63B-EC9A-239D-CE8D090EFD6B}"/>
              </a:ext>
            </a:extLst>
          </p:cNvPr>
          <p:cNvSpPr/>
          <p:nvPr/>
        </p:nvSpPr>
        <p:spPr>
          <a:xfrm>
            <a:off x="6458806" y="1323601"/>
            <a:ext cx="845861" cy="633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EF3276-9929-ADCA-F8C2-24A6756CF9C3}"/>
              </a:ext>
            </a:extLst>
          </p:cNvPr>
          <p:cNvSpPr/>
          <p:nvPr/>
        </p:nvSpPr>
        <p:spPr>
          <a:xfrm>
            <a:off x="7754807" y="147982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45CDCB-DED0-F2EC-609A-04B869F0D2F8}"/>
              </a:ext>
            </a:extLst>
          </p:cNvPr>
          <p:cNvSpPr/>
          <p:nvPr/>
        </p:nvSpPr>
        <p:spPr>
          <a:xfrm>
            <a:off x="6516406" y="27420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92C165-2100-55CA-B0B7-E3517EBC2912}"/>
              </a:ext>
            </a:extLst>
          </p:cNvPr>
          <p:cNvSpPr/>
          <p:nvPr/>
        </p:nvSpPr>
        <p:spPr>
          <a:xfrm>
            <a:off x="6540061" y="2767556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자유형 19">
            <a:extLst>
              <a:ext uri="{FF2B5EF4-FFF2-40B4-BE49-F238E27FC236}">
                <a16:creationId xmlns:a16="http://schemas.microsoft.com/office/drawing/2014/main" id="{7147AA42-9054-E83C-70C2-A5AD603B7025}"/>
              </a:ext>
            </a:extLst>
          </p:cNvPr>
          <p:cNvSpPr/>
          <p:nvPr/>
        </p:nvSpPr>
        <p:spPr>
          <a:xfrm>
            <a:off x="5865233" y="597600"/>
            <a:ext cx="2836334" cy="3488267"/>
          </a:xfrm>
          <a:custGeom>
            <a:avLst/>
            <a:gdLst>
              <a:gd name="csX0" fmla="*/ 905984 w 2836334"/>
              <a:gd name="csY0" fmla="*/ 1897312 h 3488267"/>
              <a:gd name="csX1" fmla="*/ 372534 w 2836334"/>
              <a:gd name="csY1" fmla="*/ 2434556 h 3488267"/>
              <a:gd name="csX2" fmla="*/ 905984 w 2836334"/>
              <a:gd name="csY2" fmla="*/ 2971800 h 3488267"/>
              <a:gd name="csX3" fmla="*/ 1439434 w 2836334"/>
              <a:gd name="csY3" fmla="*/ 2434556 h 3488267"/>
              <a:gd name="csX4" fmla="*/ 905984 w 2836334"/>
              <a:gd name="csY4" fmla="*/ 1897312 h 3488267"/>
              <a:gd name="csX5" fmla="*/ 0 w 2836334"/>
              <a:gd name="csY5" fmla="*/ 0 h 3488267"/>
              <a:gd name="csX6" fmla="*/ 2836334 w 2836334"/>
              <a:gd name="csY6" fmla="*/ 0 h 3488267"/>
              <a:gd name="csX7" fmla="*/ 2836334 w 2836334"/>
              <a:gd name="csY7" fmla="*/ 3488267 h 3488267"/>
              <a:gd name="csX8" fmla="*/ 0 w 2836334"/>
              <a:gd name="csY8" fmla="*/ 3488267 h 3488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36334" h="3488267">
                <a:moveTo>
                  <a:pt x="905984" y="1897312"/>
                </a:moveTo>
                <a:cubicBezTo>
                  <a:pt x="611368" y="1897312"/>
                  <a:pt x="372534" y="2137844"/>
                  <a:pt x="372534" y="2434556"/>
                </a:cubicBezTo>
                <a:cubicBezTo>
                  <a:pt x="372534" y="2731268"/>
                  <a:pt x="611368" y="2971800"/>
                  <a:pt x="905984" y="2971800"/>
                </a:cubicBezTo>
                <a:cubicBezTo>
                  <a:pt x="1200600" y="2971800"/>
                  <a:pt x="1439434" y="2731268"/>
                  <a:pt x="1439434" y="2434556"/>
                </a:cubicBezTo>
                <a:cubicBezTo>
                  <a:pt x="1439434" y="2137844"/>
                  <a:pt x="1200600" y="1897312"/>
                  <a:pt x="905984" y="1897312"/>
                </a:cubicBezTo>
                <a:close/>
                <a:moveTo>
                  <a:pt x="0" y="0"/>
                </a:moveTo>
                <a:lnTo>
                  <a:pt x="2836334" y="0"/>
                </a:lnTo>
                <a:lnTo>
                  <a:pt x="2836334" y="3488267"/>
                </a:lnTo>
                <a:lnTo>
                  <a:pt x="0" y="3488267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pic>
        <p:nvPicPr>
          <p:cNvPr id="21" name="그림 20" descr="제약 약물, 알약, 의학, 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828579-B763-B0C2-7A7A-F23A4D958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24" y="773976"/>
            <a:ext cx="2398803" cy="314597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0D3A0B-D227-CFEE-808F-26BAA989353B}"/>
              </a:ext>
            </a:extLst>
          </p:cNvPr>
          <p:cNvSpPr/>
          <p:nvPr/>
        </p:nvSpPr>
        <p:spPr>
          <a:xfrm>
            <a:off x="9319152" y="1093446"/>
            <a:ext cx="1073464" cy="1142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CE41A3-348E-0744-0241-BFD187982AF8}"/>
              </a:ext>
            </a:extLst>
          </p:cNvPr>
          <p:cNvSpPr/>
          <p:nvPr/>
        </p:nvSpPr>
        <p:spPr>
          <a:xfrm>
            <a:off x="10936172" y="1870339"/>
            <a:ext cx="364694" cy="35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0A52E-7D31-AE78-584C-20CA2CB0BCB8}"/>
              </a:ext>
            </a:extLst>
          </p:cNvPr>
          <p:cNvSpPr/>
          <p:nvPr/>
        </p:nvSpPr>
        <p:spPr>
          <a:xfrm>
            <a:off x="10725026" y="2847829"/>
            <a:ext cx="422293" cy="448571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169FC4-C611-033C-A71A-8D6C65E974F1}"/>
              </a:ext>
            </a:extLst>
          </p:cNvPr>
          <p:cNvSpPr/>
          <p:nvPr/>
        </p:nvSpPr>
        <p:spPr>
          <a:xfrm>
            <a:off x="9486626" y="2742001"/>
            <a:ext cx="544694" cy="55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자유형 25">
            <a:extLst>
              <a:ext uri="{FF2B5EF4-FFF2-40B4-BE49-F238E27FC236}">
                <a16:creationId xmlns:a16="http://schemas.microsoft.com/office/drawing/2014/main" id="{54BFF470-93FD-A22F-1ADB-F6E733B518CE}"/>
              </a:ext>
            </a:extLst>
          </p:cNvPr>
          <p:cNvSpPr/>
          <p:nvPr/>
        </p:nvSpPr>
        <p:spPr>
          <a:xfrm>
            <a:off x="8835453" y="597600"/>
            <a:ext cx="2836334" cy="3488267"/>
          </a:xfrm>
          <a:custGeom>
            <a:avLst/>
            <a:gdLst>
              <a:gd name="csX0" fmla="*/ 1469872 w 2836334"/>
              <a:gd name="csY0" fmla="*/ 175082 h 3488267"/>
              <a:gd name="csX1" fmla="*/ 385015 w 2836334"/>
              <a:gd name="csY1" fmla="*/ 1259939 h 3488267"/>
              <a:gd name="csX2" fmla="*/ 1469872 w 2836334"/>
              <a:gd name="csY2" fmla="*/ 2344796 h 3488267"/>
              <a:gd name="csX3" fmla="*/ 2554729 w 2836334"/>
              <a:gd name="csY3" fmla="*/ 1259939 h 3488267"/>
              <a:gd name="csX4" fmla="*/ 1469872 w 2836334"/>
              <a:gd name="csY4" fmla="*/ 175082 h 3488267"/>
              <a:gd name="csX5" fmla="*/ 0 w 2836334"/>
              <a:gd name="csY5" fmla="*/ 0 h 3488267"/>
              <a:gd name="csX6" fmla="*/ 2836334 w 2836334"/>
              <a:gd name="csY6" fmla="*/ 0 h 3488267"/>
              <a:gd name="csX7" fmla="*/ 2836334 w 2836334"/>
              <a:gd name="csY7" fmla="*/ 3488267 h 3488267"/>
              <a:gd name="csX8" fmla="*/ 0 w 2836334"/>
              <a:gd name="csY8" fmla="*/ 3488267 h 34882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36334" h="3488267">
                <a:moveTo>
                  <a:pt x="1469872" y="175082"/>
                </a:moveTo>
                <a:cubicBezTo>
                  <a:pt x="870722" y="175082"/>
                  <a:pt x="385015" y="660789"/>
                  <a:pt x="385015" y="1259939"/>
                </a:cubicBezTo>
                <a:cubicBezTo>
                  <a:pt x="385015" y="1859089"/>
                  <a:pt x="870722" y="2344796"/>
                  <a:pt x="1469872" y="2344796"/>
                </a:cubicBezTo>
                <a:cubicBezTo>
                  <a:pt x="2069022" y="2344796"/>
                  <a:pt x="2554729" y="1859089"/>
                  <a:pt x="2554729" y="1259939"/>
                </a:cubicBezTo>
                <a:cubicBezTo>
                  <a:pt x="2554729" y="660789"/>
                  <a:pt x="2069022" y="175082"/>
                  <a:pt x="1469872" y="175082"/>
                </a:cubicBezTo>
                <a:close/>
                <a:moveTo>
                  <a:pt x="0" y="0"/>
                </a:moveTo>
                <a:lnTo>
                  <a:pt x="2836334" y="0"/>
                </a:lnTo>
                <a:lnTo>
                  <a:pt x="2836334" y="3488267"/>
                </a:lnTo>
                <a:lnTo>
                  <a:pt x="0" y="3488267"/>
                </a:lnTo>
                <a:close/>
              </a:path>
            </a:pathLst>
          </a:cu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E567B2-532A-C358-D802-9DA6AC21EFCF}"/>
              </a:ext>
            </a:extLst>
          </p:cNvPr>
          <p:cNvSpPr txBox="1"/>
          <p:nvPr/>
        </p:nvSpPr>
        <p:spPr>
          <a:xfrm>
            <a:off x="3284604" y="4000633"/>
            <a:ext cx="2153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케이스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어노테이션이 모자란 경우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E77104-64BF-2FA4-4DD6-22C0964FD85B}"/>
              </a:ext>
            </a:extLst>
          </p:cNvPr>
          <p:cNvSpPr txBox="1"/>
          <p:nvPr/>
        </p:nvSpPr>
        <p:spPr>
          <a:xfrm>
            <a:off x="6132972" y="4000633"/>
            <a:ext cx="2275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케이스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어노테이션이 중복되는 경우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127EE2-0623-965B-F918-403946A59F07}"/>
              </a:ext>
            </a:extLst>
          </p:cNvPr>
          <p:cNvSpPr txBox="1"/>
          <p:nvPr/>
        </p:nvSpPr>
        <p:spPr>
          <a:xfrm>
            <a:off x="9103682" y="4000633"/>
            <a:ext cx="2275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케이스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어노테이션이 어이없는 경우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EC83FB-0794-FA2F-B679-7C6A7E0C344F}"/>
              </a:ext>
            </a:extLst>
          </p:cNvPr>
          <p:cNvSpPr txBox="1"/>
          <p:nvPr/>
        </p:nvSpPr>
        <p:spPr>
          <a:xfrm>
            <a:off x="508418" y="4000633"/>
            <a:ext cx="20168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정상 케이스</a:t>
            </a:r>
            <a:endParaRPr kumimoji="1"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89DFF4-C8D0-01F4-E735-4921D1B15108}"/>
              </a:ext>
            </a:extLst>
          </p:cNvPr>
          <p:cNvSpPr txBox="1"/>
          <p:nvPr/>
        </p:nvSpPr>
        <p:spPr>
          <a:xfrm>
            <a:off x="3284604" y="4864854"/>
            <a:ext cx="2398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이미지 경로명을 재조합하여 실제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json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경로와 비교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F9A664-A5B8-41A0-F405-015A18241B75}"/>
              </a:ext>
            </a:extLst>
          </p:cNvPr>
          <p:cNvSpPr txBox="1"/>
          <p:nvPr/>
        </p:nvSpPr>
        <p:spPr>
          <a:xfrm>
            <a:off x="6132972" y="4864854"/>
            <a:ext cx="2153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bbox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추출하여 비교</a:t>
            </a:r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</a:t>
            </a:r>
            <a:endParaRPr kumimoji="1"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육안으로 식별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7C49CD-275F-2747-A538-D97ABD25F6B4}"/>
              </a:ext>
            </a:extLst>
          </p:cNvPr>
          <p:cNvSpPr txBox="1"/>
          <p:nvPr/>
        </p:nvSpPr>
        <p:spPr>
          <a:xfrm>
            <a:off x="9103682" y="4864854"/>
            <a:ext cx="2153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kumimoji="1"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육안으로 식별</a:t>
            </a:r>
          </a:p>
        </p:txBody>
      </p:sp>
    </p:spTree>
    <p:extLst>
      <p:ext uri="{BB962C8B-B14F-4D97-AF65-F5344CB8AC3E}">
        <p14:creationId xmlns:p14="http://schemas.microsoft.com/office/powerpoint/2010/main" val="200429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DE1CA-D7B0-8DC8-4218-60166B70AA01}"/>
              </a:ext>
            </a:extLst>
          </p:cNvPr>
          <p:cNvSpPr txBox="1"/>
          <p:nvPr/>
        </p:nvSpPr>
        <p:spPr>
          <a:xfrm>
            <a:off x="7922944" y="1334386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FINAL_ANNOTS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7EF27-69DF-3AC8-82C3-63AD4B98D50B}"/>
              </a:ext>
            </a:extLst>
          </p:cNvPr>
          <p:cNvSpPr txBox="1"/>
          <p:nvPr/>
        </p:nvSpPr>
        <p:spPr>
          <a:xfrm>
            <a:off x="882604" y="1149720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image_paths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77D98-88E5-24CC-31DA-4743958BB3E7}"/>
              </a:ext>
            </a:extLst>
          </p:cNvPr>
          <p:cNvSpPr txBox="1"/>
          <p:nvPr/>
        </p:nvSpPr>
        <p:spPr>
          <a:xfrm>
            <a:off x="4061635" y="114972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FULL_DICT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FC824-0BCA-8D36-DC1C-14848BB76883}"/>
              </a:ext>
            </a:extLst>
          </p:cNvPr>
          <p:cNvSpPr txBox="1"/>
          <p:nvPr/>
        </p:nvSpPr>
        <p:spPr>
          <a:xfrm>
            <a:off x="4061635" y="311172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PARTIAL_DICT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B80857-1F32-C2AC-2562-D2241A80F4AD}"/>
              </a:ext>
            </a:extLst>
          </p:cNvPr>
          <p:cNvSpPr txBox="1"/>
          <p:nvPr/>
        </p:nvSpPr>
        <p:spPr>
          <a:xfrm>
            <a:off x="4061635" y="441561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NO_DICT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1380F-50B9-1BCF-4389-A031C2031017}"/>
              </a:ext>
            </a:extLst>
          </p:cNvPr>
          <p:cNvSpPr txBox="1"/>
          <p:nvPr/>
        </p:nvSpPr>
        <p:spPr>
          <a:xfrm>
            <a:off x="882604" y="1519052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annot_paths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7C0881A-BD8C-C947-AEA2-530F8B964F9D}"/>
              </a:ext>
            </a:extLst>
          </p:cNvPr>
          <p:cNvCxnSpPr>
            <a:cxnSpLocks/>
          </p:cNvCxnSpPr>
          <p:nvPr/>
        </p:nvCxnSpPr>
        <p:spPr>
          <a:xfrm>
            <a:off x="2583712" y="1519052"/>
            <a:ext cx="147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9E5A19-712F-8A41-0979-280B1D3D450B}"/>
              </a:ext>
            </a:extLst>
          </p:cNvPr>
          <p:cNvSpPr txBox="1"/>
          <p:nvPr/>
        </p:nvSpPr>
        <p:spPr>
          <a:xfrm>
            <a:off x="2583713" y="682440"/>
            <a:ext cx="147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분류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0A9AA5F-FB5F-7EAF-4538-779739B01152}"/>
              </a:ext>
            </a:extLst>
          </p:cNvPr>
          <p:cNvCxnSpPr>
            <a:cxnSpLocks/>
          </p:cNvCxnSpPr>
          <p:nvPr/>
        </p:nvCxnSpPr>
        <p:spPr>
          <a:xfrm>
            <a:off x="6452030" y="1502551"/>
            <a:ext cx="147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045F0C5-F51B-2123-4235-3273EBC45CA9}"/>
              </a:ext>
            </a:extLst>
          </p:cNvPr>
          <p:cNvSpPr txBox="1"/>
          <p:nvPr/>
        </p:nvSpPr>
        <p:spPr>
          <a:xfrm>
            <a:off x="6452031" y="1057387"/>
            <a:ext cx="147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오류 제거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D118339-F87C-F602-0397-C48FD7F6471F}"/>
              </a:ext>
            </a:extLst>
          </p:cNvPr>
          <p:cNvCxnSpPr>
            <a:cxnSpLocks/>
          </p:cNvCxnSpPr>
          <p:nvPr/>
        </p:nvCxnSpPr>
        <p:spPr>
          <a:xfrm>
            <a:off x="9754895" y="1502551"/>
            <a:ext cx="147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B5CE5F6-7CE4-C6D3-6364-872A5EB40390}"/>
              </a:ext>
            </a:extLst>
          </p:cNvPr>
          <p:cNvSpPr txBox="1"/>
          <p:nvPr/>
        </p:nvSpPr>
        <p:spPr>
          <a:xfrm>
            <a:off x="9754896" y="1057387"/>
            <a:ext cx="147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71C090-1ED3-4E1C-03DA-84647D14850B}"/>
              </a:ext>
            </a:extLst>
          </p:cNvPr>
          <p:cNvSpPr txBox="1"/>
          <p:nvPr/>
        </p:nvSpPr>
        <p:spPr>
          <a:xfrm>
            <a:off x="5026301" y="1911398"/>
            <a:ext cx="461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537DBF-8AC0-F344-6CA6-6A3CB20D05E8}"/>
              </a:ext>
            </a:extLst>
          </p:cNvPr>
          <p:cNvSpPr txBox="1"/>
          <p:nvPr/>
        </p:nvSpPr>
        <p:spPr>
          <a:xfrm>
            <a:off x="8611893" y="1911398"/>
            <a:ext cx="461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ctr"/>
            <a:r>
              <a:rPr kumimoji="1" lang="en-US" altLang="ko-KR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372A12-B8B1-2493-0682-36EA056660EE}"/>
              </a:ext>
            </a:extLst>
          </p:cNvPr>
          <p:cNvSpPr txBox="1"/>
          <p:nvPr/>
        </p:nvSpPr>
        <p:spPr>
          <a:xfrm>
            <a:off x="7922944" y="3111727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err_image_paths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372478A-C70C-4912-679C-50CCAA10A749}"/>
              </a:ext>
            </a:extLst>
          </p:cNvPr>
          <p:cNvCxnSpPr>
            <a:cxnSpLocks/>
          </p:cNvCxnSpPr>
          <p:nvPr/>
        </p:nvCxnSpPr>
        <p:spPr>
          <a:xfrm>
            <a:off x="2578450" y="1519052"/>
            <a:ext cx="1483185" cy="1962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9E6B5F8-BD1A-53BD-6AF8-45A72AFB46CC}"/>
              </a:ext>
            </a:extLst>
          </p:cNvPr>
          <p:cNvCxnSpPr>
            <a:cxnSpLocks/>
          </p:cNvCxnSpPr>
          <p:nvPr/>
        </p:nvCxnSpPr>
        <p:spPr>
          <a:xfrm>
            <a:off x="2578450" y="1535552"/>
            <a:ext cx="1483185" cy="324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481F512-84D2-DDE3-B66F-0CF07150C410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6452030" y="1497401"/>
            <a:ext cx="1470914" cy="1798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715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03490-0E61-7F3C-0096-E44CFDCC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295278-879F-EC85-67CE-50D34E582CB8}"/>
              </a:ext>
            </a:extLst>
          </p:cNvPr>
          <p:cNvSpPr txBox="1"/>
          <p:nvPr/>
        </p:nvSpPr>
        <p:spPr>
          <a:xfrm>
            <a:off x="882604" y="231912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FULL_DICT.json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40AFC22-DBBD-773C-C527-7DA05E9AE90A}"/>
              </a:ext>
            </a:extLst>
          </p:cNvPr>
          <p:cNvCxnSpPr>
            <a:cxnSpLocks/>
          </p:cNvCxnSpPr>
          <p:nvPr/>
        </p:nvCxnSpPr>
        <p:spPr>
          <a:xfrm>
            <a:off x="4055369" y="2998901"/>
            <a:ext cx="3410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44EA73-F08D-DC90-2B9A-29B7E8026F3F}"/>
              </a:ext>
            </a:extLst>
          </p:cNvPr>
          <p:cNvSpPr txBox="1"/>
          <p:nvPr/>
        </p:nvSpPr>
        <p:spPr>
          <a:xfrm>
            <a:off x="882604" y="2829078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err_image_paths.txt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00595-AA40-03BB-C5F8-14B848A1C7CC}"/>
              </a:ext>
            </a:extLst>
          </p:cNvPr>
          <p:cNvSpPr txBox="1"/>
          <p:nvPr/>
        </p:nvSpPr>
        <p:spPr>
          <a:xfrm>
            <a:off x="882604" y="3339032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FIXED_DICT.json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2F2FDF-0A9C-2C6F-ED3B-77CB7726ABA9}"/>
              </a:ext>
            </a:extLst>
          </p:cNvPr>
          <p:cNvSpPr txBox="1"/>
          <p:nvPr/>
        </p:nvSpPr>
        <p:spPr>
          <a:xfrm>
            <a:off x="7834278" y="2319124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FULL_DICT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15FAD0-116D-4868-D866-1D8DDD9B58DA}"/>
              </a:ext>
            </a:extLst>
          </p:cNvPr>
          <p:cNvSpPr txBox="1"/>
          <p:nvPr/>
        </p:nvSpPr>
        <p:spPr>
          <a:xfrm>
            <a:off x="7901022" y="2852332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- err_image_paths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40B143-6768-E431-11FC-68D393B373FA}"/>
              </a:ext>
            </a:extLst>
          </p:cNvPr>
          <p:cNvSpPr txBox="1"/>
          <p:nvPr/>
        </p:nvSpPr>
        <p:spPr>
          <a:xfrm>
            <a:off x="7834278" y="333903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>
                <a:latin typeface="Google Sans Code Medium" panose="020B0509030502040204" pitchFamily="34" charset="0"/>
              </a:rPr>
              <a:t>+ FIXED_DICT</a:t>
            </a:r>
            <a:endParaRPr kumimoji="1" lang="ko-KR" altLang="en-US">
              <a:latin typeface="Google Sans Code Medium" panose="020B0509030502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F33B5F-F3E9-8431-51B1-B4FAB7A097F2}"/>
              </a:ext>
            </a:extLst>
          </p:cNvPr>
          <p:cNvSpPr txBox="1"/>
          <p:nvPr/>
        </p:nvSpPr>
        <p:spPr>
          <a:xfrm>
            <a:off x="4195039" y="2629569"/>
            <a:ext cx="3270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>
                <a:latin typeface="Google Sans Code Medium" panose="020B0509030502040204" pitchFamily="34" charset="0"/>
              </a:rPr>
              <a:t>01_data_preparation.ipynb</a:t>
            </a:r>
            <a:endParaRPr kumimoji="1" lang="ko-KR" altLang="en-US" sz="1600">
              <a:latin typeface="Google Sans Code Medium" panose="020B0509030502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335372-46FE-A96E-17D7-72C245C0D69A}"/>
              </a:ext>
            </a:extLst>
          </p:cNvPr>
          <p:cNvSpPr txBox="1"/>
          <p:nvPr/>
        </p:nvSpPr>
        <p:spPr>
          <a:xfrm>
            <a:off x="1200982" y="1508917"/>
            <a:ext cx="1477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A4F2E5-A778-7202-CC39-72061D7AFF57}"/>
              </a:ext>
            </a:extLst>
          </p:cNvPr>
          <p:cNvSpPr txBox="1"/>
          <p:nvPr/>
        </p:nvSpPr>
        <p:spPr>
          <a:xfrm>
            <a:off x="7834278" y="1508917"/>
            <a:ext cx="1839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4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코드 내 변수</a:t>
            </a:r>
          </a:p>
        </p:txBody>
      </p:sp>
    </p:spTree>
    <p:extLst>
      <p:ext uri="{BB962C8B-B14F-4D97-AF65-F5344CB8AC3E}">
        <p14:creationId xmlns:p14="http://schemas.microsoft.com/office/powerpoint/2010/main" val="188733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305</Words>
  <Application>Microsoft Macintosh PowerPoint</Application>
  <PresentationFormat>와이드스크린</PresentationFormat>
  <Paragraphs>71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Pretendard</vt:lpstr>
      <vt:lpstr>Arial</vt:lpstr>
      <vt:lpstr>Google Sans Code ExtraBold</vt:lpstr>
      <vt:lpstr>Google Sans Code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성일 원</dc:creator>
  <cp:lastModifiedBy>성일 원</cp:lastModifiedBy>
  <cp:revision>18</cp:revision>
  <dcterms:created xsi:type="dcterms:W3CDTF">2025-12-08T08:38:16Z</dcterms:created>
  <dcterms:modified xsi:type="dcterms:W3CDTF">2025-12-11T10:05:59Z</dcterms:modified>
</cp:coreProperties>
</file>